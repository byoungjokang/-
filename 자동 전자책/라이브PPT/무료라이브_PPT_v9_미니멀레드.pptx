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notesMasterIdLst>
    <p:notesMasterId r:id="rId1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2893e49c-6923-ea43-d8b9-febb25ffcd8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25a83bfd-6a2f-4e6c-3c70-7c3986a771a7}">
          <p14:sldIdLst>
            <p14:sldId id="262"/>
            <p14:sldId id="263"/>
            <p14:sldId id="264"/>
            <p14:sldId id="265"/>
          </p14:sldIdLst>
        </p14:section>
        <p14:section name="3. 부수입에 대한 공감" id="{b1aead28-5123-f10a-53be-50e94fae8376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7cac29e4-2966-a78e-2ef6-1f7943008c99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8237946d-4a35-fe84-f706-a523bb416d56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eebe828f-dc45-2734-5bdb-e082e36d4290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7. 고객이 구매하는 이유" id="{48ad0b68-80d9-868c-0333-2798f1323055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8. 팔리는 주제 찾기" id="{0edb0832-5159-747c-67a5-5b618f2b27e9}">
          <p14:sldIdLst>
            <p14:sldId id="314"/>
            <p14:sldId id="315"/>
            <p14:sldId id="316"/>
            <p14:sldId id="317"/>
            <p14:sldId id="318"/>
          </p14:sldIdLst>
        </p14:section>
        <p14:section name="9. 작가의 과거 경험 · AI 전환" id="{36e3b142-5152-c1bd-9ec2-d9b7b90e7b4c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  <p14:section name="10. 자체 프로그램 공개" id="{ea4eaee5-0637-9135-046e-2ed059f1d492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11. 시청자 직접 실습" id="{a2e1d4c7-14f4-0f4b-0c71-0dd35176fe32}">
          <p14:sldIdLst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12. 메타 광고 · 판매 구조" id="{e4e417e0-211c-f3b1-0112-7b7f44f89ad0}">
          <p14:sldIdLst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13. 평범한 사람들의 성과" id="{aa48fd5e-1478-1b5c-822d-229f04ff2650}">
          <p14:sldIdLst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14. 오늘 해결한 과정 정리" id="{109a7381-6411-0d87-7d93-fe090f06ad6b}">
          <p14:sldIdLst>
            <p14:sldId id="386"/>
            <p14:sldId id="387"/>
            <p14:sldId id="388"/>
            <p14:sldId id="389"/>
          </p14:sldIdLst>
        </p14:section>
        <p14:section name="15. 프로그램 이용 · 수강 연결" id="{ccb862de-35d5-aaa7-289b-644f927d13ba}">
          <p14:sldIdLst>
            <p14:sldId id="390"/>
            <p14:sldId id="391"/>
            <p14:sldId id="392"/>
            <p14:sldId id="393"/>
          </p14:sldIdLst>
        </p14:section>
        <p14:section name="16. 커리큘럼 · 혜택 · 가격" id="{0e37fd79-8297-a3bb-25ad-556582dc18d4}">
          <p14:sldIdLst>
            <p14:sldId id="394"/>
            <p14:sldId id="395"/>
            <p14:sldId id="396"/>
            <p14:sldId id="397"/>
            <p14:sldId id="398"/>
          </p14:sldIdLst>
        </p14:section>
        <p14:section name="17. 우수작 · 100만원 발표 · 마무리" id="{d48f4f25-6586-a06a-45b6-d3038aa84a56}">
          <p14:sldIdLst>
            <p14:sldId id="399"/>
            <p14:sldId id="400"/>
            <p14:sldId id="401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notesMaster" Target="notesMasters/notesMaster1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000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EA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B0000C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1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11111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B0000C"/>
            </a:solidFill>
            <a:ln w="50800" cap="flat">
              <a:solidFill>
                <a:srgbClr val="B000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B0000C"/>
              </a:solidFill>
              <a:ln w="9525" cap="flat">
                <a:solidFill>
                  <a:srgbClr val="B000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 → 다음 장에 실제 화면.
🎤 말로: 출금액이 진짜예요. 통장에 들어온 돈만 1,343만원.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대시보드 누적 현황 캡처.
🎤 말로: 라이브 때는 대시보드를 직접 띄워도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딜 목록 캡처.
🎤 말로: 리치코드 263번, 대화법 17번, 감정대화법 12번.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· 상품별 매출표 캡처.
🎤 말로: 리치코드 하나가 4월부터 매달 100만원대 이상. 8~9월엔 강의 수강권이 같이 팔렸어요.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주문 수 캡처.
🎤 말로: 매달 34~62건. 하루 1~2건씩 꾸준히.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
🎤 말로: 제일 많이 번 달은 9월 485만원(강의 수강권 포함). 전자책만으로는 매달 100~200만원.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→ 다음 장에 크몽 수익관리 화면.
🎤 말로: 근데 그게 진짜 대박이었어요. 자그마치 2,600만원을 팔았어요. 이건 통장으로 실제 출금된 금액이에요.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실제 캡처.
🎤 말로: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 (실제 광고 관리자는 PC 화면으로 직접 보여주기)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→ 옆에 실제 카톡 캡처.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수강생 인증 카톡 5장.
🎤 말로: 한 분씩 짧게 읽어주기. ‘어제 기뻐서 편의점 파스타 먹었습니다’ 같은 말이 제일 와닿아요.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1,000만원 넘었다고 바로 캡처해서 보내주셨어요.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큰 숫자보다 ‘나도 할 수 있겠다’ 싶은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실제 카톡.
🎤 말로: 광고 파트(12구간)와 연결: 광고를 늘리면 바로 반응이 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image" Target="../media/image-10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image" Target="../media/image-105-2.jpg"/><Relationship Id="rId3" Type="http://schemas.openxmlformats.org/officeDocument/2006/relationships/image" Target="../media/image-10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image" Target="../media/image-10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image" Target="../media/image-108-2.jpg"/><Relationship Id="rId3" Type="http://schemas.openxmlformats.org/officeDocument/2006/relationships/image" Target="../media/image-10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image" Target="../media/image-1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image" Target="../media/image-125-2.jpg"/><Relationship Id="rId3" Type="http://schemas.openxmlformats.org/officeDocument/2006/relationships/image" Target="../media/image-125-3.jpg"/><Relationship Id="rId4" Type="http://schemas.openxmlformats.org/officeDocument/2006/relationships/image" Target="../media/image-125-4.jpg"/><Relationship Id="rId5" Type="http://schemas.openxmlformats.org/officeDocument/2006/relationships/image" Target="../media/image-12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ph_lap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7194"/>
            <a:ext cx="4480560" cy="4283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98" y="822960"/>
            <a:ext cx="4310283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l" indent="0" marL="0">
              <a:buNone/>
            </a:pPr>
            <a:r>
              <a:rPr lang="en-US" sz="5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열어볼게요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₩15,791,000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10,000,000 달성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₩13,432,356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296건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 ~ 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전자책 + 온라인 강의 수강권 포함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3244462"/>
            <a:ext cx="10436047" cy="1009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to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81038"/>
            <a:ext cx="10362895" cy="9360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딜 목록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책마다 얼마 팔렸나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489801"/>
            <a:ext cx="10436047" cy="251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d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26377"/>
            <a:ext cx="10362895" cy="24453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리치코드 9,921,000원은 함께 사는 워크북 포함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매출표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month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주문 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ord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deal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deal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deal_pare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pic>
        <p:nvPicPr>
          <p:cNvPr id="3" name="Image 0" descr="img/ph_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916811"/>
            <a:ext cx="4480560" cy="3024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 1,579만원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 1,343만원 · 크레킷 대시보드 기준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pic>
        <p:nvPicPr>
          <p:cNvPr id="3" name="Image 0" descr="img/ph_boo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57302"/>
            <a:ext cx="4480560" cy="33433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B0000C"/>
          </a:solidFill>
          <a:ln w="6350">
            <a:solidFill>
              <a:srgbClr val="B0000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0" name="Text 17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1" name="Text 17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출금 완료 수익금 26,867,042원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수익관리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70383"/>
            <a:ext cx="10436047" cy="195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kmo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06959"/>
            <a:ext cx="10362895" cy="18841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크몽 전문가 수익관리 (출금 완료 수익금) · 계좌 정보는 가림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ca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top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set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dio_progres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ge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over_s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mock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gen_bod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pag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crk_talk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rk_rich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ri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2,760만원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₩27,606,300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1,000만원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₩22,869,820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613건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인증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카톡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A님 2,760만원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3140007"/>
            <a:ext cx="1889699" cy="194958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76583"/>
            <a:ext cx="1816547" cy="18764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05267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B님 1,002만원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68691" y="3429694"/>
            <a:ext cx="1889699" cy="13702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_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67" y="3466270"/>
            <a:ext cx="1816547" cy="12970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87574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C님 190만원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50998" y="3174941"/>
            <a:ext cx="1889699" cy="1879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74" y="3211517"/>
            <a:ext cx="1816547" cy="18065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9881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D님 하루 5건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33305" y="3117550"/>
            <a:ext cx="1889699" cy="199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img/stu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881" y="3154126"/>
            <a:ext cx="1816547" cy="19213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52188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E님 275만원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515612" y="3212370"/>
            <a:ext cx="1889699" cy="180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img/stu_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188" y="3248946"/>
            <a:ext cx="1816547" cy="17317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1,002만원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₩10,020,500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1,000만원 돌파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₩7,774,359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294건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275만원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₩2,752,000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₩2,156,672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88건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“쌤 말씀대로 해서 총 190 벌었네요”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₩1,914,000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판매액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₩816,000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지난달 수익 출금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₩590,767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출금하니 바로 입금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수익금 출금 화면 + 입금 알림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“광고비 증액하고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하루 만에 5건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팔았습니다”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“어제 기뻐서 편의점 파스타 먹었습니다” — 수강생 D님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— 있으면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2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200" dirty="0"/>
          </a:p>
        </p:txBody>
      </p:sp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200" dirty="0"/>
          </a:p>
        </p:txBody>
      </p:sp>
      <p:graphicFrame>
        <p:nvGraphicFramePr>
          <p:cNvPr id="1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98" y="822960"/>
            <a:ext cx="4310283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148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2026-10-13T01:45:07Z</dcterms:created>
  <dcterms:modified xsi:type="dcterms:W3CDTF">2026-10-13T01:45:07Z</dcterms:modified>
</cp:coreProperties>
</file>