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2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charts/chart3.xml" ContentType="application/vnd.openxmlformats-officedocument.drawingml.chart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</p:sldIdLst>
  <p:notesMasterIdLst>
    <p:notesMasterId r:id="rId1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c7f4e970-6769-6088-74ea-c8c2ee3dfba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2. 추가 100만원 이벤트" id="{286af19e-0621-5902-b40d-ffe5b846c1f3}">
          <p14:sldIdLst>
            <p14:sldId id="262"/>
            <p14:sldId id="263"/>
            <p14:sldId id="264"/>
            <p14:sldId id="265"/>
          </p14:sldIdLst>
        </p14:section>
        <p14:section name="3. 부수입에 대한 공감" id="{518b9924-3d3b-74d5-e800-31acb11dd5a0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. 다른 부업 비교" id="{71f537e1-f51c-e76b-9475-3cd8af8f57b3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5. 전자책 부업 소개" id="{37190b75-1845-c15b-bf57-4a9cdfa58e7e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6. 실제 상품 · 매출 공개" id="{59a1da47-1101-1b70-894e-eb1e5fb1c901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7. 고객이 구매하는 이유" id="{c414bcda-bd20-968c-a491-6b7ae8dce417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8. 팔리는 주제 찾기" id="{7edd6ce1-dbbb-433e-0595-a8d13ad8b6d0}">
          <p14:sldIdLst>
            <p14:sldId id="314"/>
            <p14:sldId id="315"/>
            <p14:sldId id="316"/>
            <p14:sldId id="317"/>
            <p14:sldId id="318"/>
          </p14:sldIdLst>
        </p14:section>
        <p14:section name="9. 작가의 과거 경험 · AI 전환" id="{9c90c726-7819-584c-09d4-3cdcfe5c450d}">
          <p14:sldIdLst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</p14:sldIdLst>
        </p14:section>
        <p14:section name="10. 자체 프로그램 공개" id="{7a74ae33-e1eb-a390-7172-078ee307150e}">
          <p14:sldIdLst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</p14:sldIdLst>
        </p14:section>
        <p14:section name="11. 시청자 직접 실습" id="{29615936-bbd1-ac3f-e7c0-3a3088424065}">
          <p14:sldIdLst>
            <p14:sldId id="364"/>
            <p14:sldId id="365"/>
            <p14:sldId id="366"/>
            <p14:sldId id="367"/>
            <p14:sldId id="368"/>
            <p14:sldId id="369"/>
          </p14:sldIdLst>
        </p14:section>
        <p14:section name="12. 메타 광고 · 판매 구조" id="{4311edfd-df97-317b-1e3c-e0b595f59b6a}">
          <p14:sldIdLst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</p14:sldIdLst>
        </p14:section>
        <p14:section name="13. 평범한 사람들의 성과" id="{4ba322f0-0091-d57e-cc4a-0cbd9bbb9f2e}">
          <p14:sldIdLst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</p14:sldIdLst>
        </p14:section>
        <p14:section name="14. 오늘 해결한 과정 정리" id="{a713ecad-d450-68f7-a2d8-ce3b52394221}">
          <p14:sldIdLst>
            <p14:sldId id="387"/>
            <p14:sldId id="388"/>
            <p14:sldId id="389"/>
            <p14:sldId id="390"/>
          </p14:sldIdLst>
        </p14:section>
        <p14:section name="15. 프로그램 이용 · 수강 연결" id="{13088a46-100d-3e2b-e1b0-05fa9cb98adb}">
          <p14:sldIdLst>
            <p14:sldId id="391"/>
            <p14:sldId id="392"/>
            <p14:sldId id="393"/>
            <p14:sldId id="394"/>
          </p14:sldIdLst>
        </p14:section>
        <p14:section name="16. 커리큘럼 · 혜택 · 가격" id="{92643ae1-67f2-346f-1ebc-2c23ee3b07ca}">
          <p14:sldIdLst>
            <p14:sldId id="395"/>
            <p14:sldId id="396"/>
            <p14:sldId id="397"/>
            <p14:sldId id="398"/>
            <p14:sldId id="399"/>
          </p14:sldIdLst>
        </p14:section>
        <p14:section name="17. 우수작 · 100만원 발표 · 마무리" id="{0fb53eb3-c23f-289c-029c-fd0bf3e6f46a}">
          <p14:sldIdLst>
            <p14:sldId id="400"/>
            <p14:sldId id="401"/>
            <p14:sldId id="402"/>
            <p14:sldId id="403"/>
            <p14:sldId id="4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notesMaster" Target="notesMasters/notesMaster1.xml"/><Relationship Id="rId152" Type="http://schemas.openxmlformats.org/officeDocument/2006/relationships/presProps" Target="presProps.xml"/><Relationship Id="rId153" Type="http://schemas.openxmlformats.org/officeDocument/2006/relationships/viewProps" Target="viewProps.xml"/><Relationship Id="rId154" Type="http://schemas.openxmlformats.org/officeDocument/2006/relationships/theme" Target="theme/theme1.xml"/><Relationship Id="rId15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 *인세*, 얼마인지 아세요?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작가 몫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  <c:pt idx="6">
                    <c:v>10월(12일까지)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202</c:v>
                </c:pt>
                <c:pt idx="1">
                  <c:v>164</c:v>
                </c:pt>
                <c:pt idx="2">
                  <c:v>164</c:v>
                </c:pt>
                <c:pt idx="3">
                  <c:v>116</c:v>
                </c:pt>
                <c:pt idx="4">
                  <c:v>152</c:v>
                </c:pt>
                <c:pt idx="5">
                  <c:v>178</c:v>
                </c:pt>
                <c:pt idx="6">
                  <c:v>98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인생 그래프</c:v>
                </c:pt>
              </c:strCache>
            </c:strRef>
          </c:tx>
          <c:spPr>
            <a:solidFill>
              <a:srgbClr val="DC2626"/>
            </a:solidFill>
            <a:ln w="508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배우의 꿈</c:v>
                  </c:pt>
                  <c:pt idx="1">
                    <c:v>29살 졸업</c:v>
                  </c:pt>
                  <c:pt idx="2">
                    <c:v>집이 기울다</c:v>
                  </c:pt>
                  <c:pt idx="3">
                    <c:v>책쓰기 특강</c:v>
                  </c:pt>
                  <c:pt idx="4">
                    <c:v>첫 책 출간</c:v>
                  </c:pt>
                  <c:pt idx="5">
                    <c:v>망함</c:v>
                  </c:pt>
                  <c:pt idx="6">
                    <c:v>유튜브</c:v>
                  </c:pt>
                  <c:pt idx="7">
                    <c:v>전자책 50쪽</c:v>
                  </c:pt>
                  <c:pt idx="8">
                    <c:v>학원 강남 이전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8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
시청자 마음: “단톡방 이벤트 당첨자를 확인하고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강의 제목만 크게.
🎤 말로: 인사. 채팅창에 '어디서 오셨는지' 남겨 달라고 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활동명 + 한 줄 프로필. [프로필 사진 있으면 추가]
🎤 말로: 짧게 자기소개. 자세한 이야기는 뒤(망한 작가 스토리)에서 한다고 예고만.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한 줄.
🎤 말로: 채팅 읽어주면서 분위기 풀기. 2~3분.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 + 두근두근.
🎤 말로: 단톡방 이벤트 기준 다시 한 번 말하고 바로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당첨자 화면.
🎤 말로: 왜 뽑혔는지 짧게. '여러분도 오늘 기회 있어요'로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추가 100만원 이벤트
시청자 마음: “나도 이번에는 참여하고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
🎤 말로: 오늘 배운 걸 가장 잘 적용한 1명. 마지막에 발표한다고 박아두기.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 흐름도.
🎤 말로: [제출처·마감 시간은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심사 기준 3개.
🎤 말로: 잘 쓴 글이 아니라 '오늘 배운 걸 적용했나'를 본다고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부수입에 대한 공감
시청자 마음: “본업을 하면서 돈을 더 벌고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하나만. 여백 크게.
🎤 말로: 여러분 돈 좋아하세요? 저는 돈을 사랑합니다.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1번 / 2번 선택지.
🎤 말로: 돈미새 들어보셨죠? 저 돈미새 맞습니다. 돈미새이신 분 1111, 돈이 싫다 2222. (채팅 읽기) ㅎㅎㅎ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오늘 여러분들 돈 많이 벌고 싶어서 오신 거잖아요. 제가 오늘 다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 한 줄. '시간'만 빨간색.
🎤 말로: 저희가 보통 돈을 어떻게 벌죠? 일! 노동을 한 시간만큼 버는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하루 시간표. 일한 구간만 빨간색.
🎤 말로: 하루에 8시간 일했으면 8시간에 대한 대가를 받는 걸 월급이라고 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육체 노동하고 감정 노동하면서 고생한 만큼 합당한 보상 받고 있다고 생각하세요? (채팅 반응 보기)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6+3+3+4 막대가 16년으로 쌓이는 그림.
🎤 말로: 초중고, 우리나라면 대학교까지 졸업하니까 6, 3, 3, 4. 16년이나 미치도록 공부해서 직장 들어가는데, 그렇게 고생해서 버는 게 다 비슷하다는 게 아이러니하지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만약 시간에 구애받지 않는 아이템이 있다면요?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 카드. '잘 때'만 빨간색.
🎤 말로: 내가 일할 때, 쉴 때, 자고 있을 때도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단어. 잠깐 멈추고 넘기기.
🎤 말로: 그게 뭐냐. 바로 전자책입니다.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 비교
시청자 마음: “내 상황에서 시작하기 좋은 부업은 뭘까?”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부업, 부수입에 관심 있으신 분들이라면 아시잖아요.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4개 카드. 아래 설명이 전부 '매일·계속'.
🎤 말로: 유튜브, 인스타, 블로그, 커머스 너무 좋은 아이템들이지만 그만큼 시간과 에너지를 투자해야 성과가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저희가 부업을 왜 하죠? 돈을 벌려고 하는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본업 뒤에 부업이 붙은 시간표.
🎤 말로: 퇴근하고 시간 반납하고, 주말에도 풀타임으로 계속 에너지를 쏟아야 한다면? 그건 부업이 아니라 연장근무나 다를 게 없잖아요?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'매일' vs 오른쪽 '한 번'.
🎤 말로: 그런데 이 전자책은요, 한 번 세팅만 해두면 블로그나 쇼츠처럼 매일 새로 만들 필요가 없어요. (광고도 한 번 세팅해두면 매일 손댈 일이 거의 없다는 뜻 — 과장 없이)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전자책 부업 소개
시청자 마음: “재고와 배송 부담 없이 반복 판매할 상품이 필요하다.”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왜냐, 책이 알아서 돈을 벌어다주기 때문이에요. 내가 쓴 책이 알아서 일을 하는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 마지막 칸이 빨간색.
🎤 말로: 서점에 여러분이 쓴 책이 있다고 해볼게요. 누가 그 책을 샀어요. 그때 여러분이 일을 하나요? 아니죠. 책이 알아서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위아래 두 줄 비교. 아래 줄이 훨씬 짧음.
🎤 말로: 직접 서점에 진열되는 책을 출판까지 하는 과정은 복잡하고 돈과 시간이 들기도 하구요. 그런데 전자책은 달라요.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전자책은 딱 한 권만 만들면 파일 형태이기 때문에, 판매할 수 있는 곳에 올려두고 누가 사면 파일만 다운로드할 수 있게 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도넛 그래프. 작가 몫 10%만 빨간색.
🎤 말로: 복잡한 출판 과정도 없죠. 초보 작가 인세는 5~10% 남짓이라 돈도 안 돼요. 종이로 찍어내는 귀찮은 과정도 없어요. [전자책 실제 수수료·마진은 크레킷 기준으로 확인 후 숫자 넣기]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 시간은 소중하잖아요. 전자책 만들어서 올려놓으면 시간도 벌고 돈도 벌고. 진짜 개쩔지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실제 상품 · 매출 공개
시청자 마음: “실제로 어떤 전자책이 얼마나 팔리는지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지금부터 실제 판매 내역을 오픈할게요.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판매 알림 4건(메일 기록 그대로, 구매자 정보 제외).
🎤 말로: 여러분 저도 본업이 있는 사람이거든요. 일하다가 잠깐 쉬면 구매 알림이 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메일함 목록.
🎤 말로: 이게 지난 며칠 제 메일함이에요.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 → 다음 장에 실제 화면.
🎤 말로: 출금액이 진짜예요. 통장에 들어온 돈만 1,343만원.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대시보드 누적 현황 캡처.
🎤 말로: 라이브 때는 대시보드를 직접 띄워도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딜 목록 캡처.
🎤 말로: 리치코드 263번, 대화법 17번, 감정대화법 12번.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· 상품별 매출표 캡처.
🎤 말로: 리치코드 하나가 4월부터 매달 100만원대 이상. 8~9월엔 강의 수강권이 같이 팔렸어요.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주문 수 캡처.
🎤 말로: 매달 34~62건. 하루 1~2건씩 꾸준히.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3개.
🎤 말로: 전자책만 따로 셌어요. 강의 수강권은 뺐어요.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막대 그래프.
🎤 말로: 한 번 터지고 끝이 아니라 매달 100~200만원씩 들어와요.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책별 표 (실제 메일 집계).
🎤 말로: 리치코드가 주력, 대화법은 10월에 새로 낸 책. 감정대화법은 할인 이벤트 포함. 출처: Gmail 판매 알림 집계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실제 결제 페이지 3개 (lifeschool.crekit.io).
🎤 말로: 정가 대비 할인가, 12개월 할부 표시까지 크레킷이 알아서 만들어줘요. 49,000원 · 39,000원 · 29,000원.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함께 사는 비율 카드.
🎤 말로: 본책 옆에 싼 상품 하나 붙여두면 10명 중 4명이 같이 사요. 객단가가 올라가요.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
🎤 말로: 제일 많이 번 달은 9월 485만원(강의 수강권 포함). 전자책만으로는 매달 100~200만원.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새벽 주문 비율.
🎤 말로: 돈 벌고 있는 시간에, 자는 시간에도 책이 돈을 벌어다줘요. 정말 미치지 않았나요?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고객이 구매하는 이유
시청자 마음: “사람들이 돈을 내고 사는 내용은 무엇일까?”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사람들은 왜 전자책을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빈칸 퀴즈. 단어는 검게 가려 둠.
🎤 말로: 사람들은 땡땡 땡땡에 미쳐 있어요. 이 땡땡땡땡이 뭘까요? (채팅 맞히기)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정답 공개.
🎤 말로: 바로 '욕구 해소'입니다.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욕구 말풍선이 화면 가득.
🎤 말로: 삶이 더 나아지고 싶고, 돈도 많이 벌고 싶고, 자존감도, 연애도, 대화도… 이 욕구를 해소하고 싶은 게 인간의 본능이고, 문제를 해결해주는 게 확실하다면 그게 얼마건 돈을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 (크레킷 상품 페이지).
🎤 말로: 정보를 산 게 아니라 마음이 풀린 거예요. 문제를 해결해 주면 이런 후기가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후기.
🎤 말로: 인터넷에 다 있는데 왜 살까? 정리돼 있고, 바로 따라 할 수 있어서예요. [후기 원문 전체는 상품 페이지에서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한마디로 이 전자책은 사람들의 욕구나 문제를 해결해줌과 동시에 돈까지 벌 수 있으니, 파는 사람도 사는 사람도 좋은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찾기
시청자 마음: “그럼 나는 어떤 내용으로 만들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고민 → 오른쪽 전자책 짝 맞추기.
🎤 말로: 자존감이 낮아서 고민인 사람에게는 자존감 높이는 나만의 방법을, 요요 때문에 고민인 사람에게는 요요 없는 다이어트를. 평소에 '넌 반찬을 어떻게 이렇게 맛있게 하냐'는 칭찬을 듣는다면 반찬 레시피를 팔 수도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5단계 흐름.
🎤 말로: [회사 기획: 실제 사례로 풀기] 예) 반찬 → '바쁜 워킹맘' → '저녁 메뉴 고민' → '15분 반찬' →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욕구나 문제가 있는 사람들을 도와주고 그에 합당한 대가를 받을 수 있다는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채팅 몇 개 읽어주며 즉석에서 주제로 바꿔주기. (강의 몰입 포인트)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작가의 과거 경험 · AI 전환
시청자 마음: “주제는 정했는데, 책 한 권을 어떻게 쓰지?”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많은 분들이 이렇게 생각할 거예요. 책은 전문가나 그런 사람들이 쓰는 거 아닌가?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개의 생각 카드.
🎤 말로: 한 분야에 통달한 사람이 쓰는 거 아니냐 하는데, 잘 보세요. 이 말에는 두 가지가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의사 vs 친구 비교.
🎤 말로: 병원 가면 의사쌤이 적게 먹어라, 운동해라, 따뜻한 물 마셔라 하잖아요. 이거 우리 지킵니까? 안 지키잖아요. 오히려 옆집 아줌마, 동네 삼촌, 나와 비슷한 어려움을 겪은 친구 말을 더 듣는다는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수식.
🎤 말로: 팔로워가 많거나 권위 있는 전문가라고 반드시 따르진 않아요. 나와 비슷한 어려움을 겪은 사람이 그걸 극복했다면, 그 스토리와 방법이 바로 권위가 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여러분의 인생이 누군가에게 도움을 주는 용기를 낸다. 그게 바로 권위가 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두 번째로 책을 쓸 자신이 없어서라면, 그건 제가 도와드릴 테니까 걱정하지 말고 해보자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'망한'을 검게 가림. 다음 장에서 공개.
🎤 말로: 여러분 사실 저는 실제로 책을 낸 작가예요.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가림 해제.
🎤 말로: (웃으면서) 네, 망한 작가입니다. 무슨 얘기인지 들려드릴게요.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인생 롤러코스터 그래프. 이 장을 띄워 두고 스토리 전체를 말해도 됨.
🎤 말로: 이 그래프 하나 띄워놓고 스토리를 쭉 따라가면 시청자가 길을 안 잃어요.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배우 시절 사진 있으면 ]
🎤 말로: 전 연기과, 연극영화과를 졸업했고 배우가 되는 게 꿈이었는데, 사수생 출신이라 29살에 늦게 졸업했어요.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막상 배우가 되려고 하니 내가 배우가 될 재목인가, 그 정도로 연기를 사랑할까, 무명 10년을 버틸 수 있을까. 자신이 없는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 톤 낮게.
🎤 말로: 자취방을 빼고 집으로 돌아갔는데, 풍요롭진 못해도 평범했던 우리 집이 이제 평범하지도 못하구나. 가난하구나 하는 생각이 들었어요. 입시생 몇 명 레슨하면서 근근이 풀칠하고 있었고요.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 알림 목업.
🎤 말로: 어느 날 한 통의 이메일을 보게 돼요. 일일 책쓰기 특강. 내가 작가가 된다고? 혹시 나도? 하는 마음으로 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책을 써서 강연하고 코칭하고 성공할 수 있다는 거예요. 이렇게 가난하게 살면 안 되겠다는 생각이 컸어서 그 특강이 한 줄기 빛 같았어요.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 잠깐 멈춤.
🎤 말로: 이건 무조건 신청해야겠다 하고 가격을 물어보는데…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하나. 대부분이 '아버지께 빌린 돈'.
🎤 말로: 그때 통장에 3~400만원 있었고, 아버지가 마트에서 배달일 하시면서 상황도 여의치 않으셨는데 그랬어요. '아부지 저 700만원만 빌려주십쇼. 책 쓰고 강의해서 성공하겠습니다.'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3달 정도 매일매일 글을 쓰고 지우면서 원고를 완성했고, 출판사 연락을 받아서 첫 책이 나왔어요.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책 표지.
🎤 말로: 근데 제 책이 어떻게 됐을까요?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 웃으며.
🎤 말로: 하하하. 망했습니다. 작가가 되면 성공할 줄 알았는데, 그게 아니었더라고요.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 채팅 받기.
🎤 말로: 왜 망했을까요?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책장 가득한 회색 책 중 빨간 책 한 권.
🎤 말로: 서점에 진짜 수만 권의 책이 진열돼 있는데, 누가 알고 제 책을 사겠어요.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핵심 한 줄. 뒤 판매 파트로 가는 복선.
🎤 말로: 이게 오늘 강의 전체를 꿰는 얘기예요. 쓰는 법만 배우면 안 되고, 파는 법을 같이 알아야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초기 유튜브 채널 캡처 ]
🎤 말로: 어떻게든 한 권이라도 더 팔아보려고 유튜브를 했어요. 콘텐츠 올리면 사람들이 책을 사주겠지? 했는데… ㅎㅎㅎ 안 사더라고요.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고민 댓글 캡처.
🎤 말로: 유튜브를 하면서 알게 된 게 있어요. 소심한 성격 때문에 고민인 사람이 많구나.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[전자책 표지].
🎤 말로: 망했더라도 책을 쓴 경험이 있잖아요? 이 사람들만을 위한 전자책을 만들어서 팔아야겠다 하고 50페이지 분량의 전자책을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 → 다음 장에 크몽 수익관리 화면.
🎤 말로: 근데 그게 진짜 대박이었어요. 자그마치 2,600만원을 팔았어요. 이건 통장으로 실제 출금된 금액이에요.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크몽 실제 캡처.
🎤 말로: 뿐만이 아니에요.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비교.
🎤 말로: 연기학원 차렸을 때 3~4명밖에 안 돼서 월세도 겨우 냈어요. 그 책을 읽은 분들이 제 교육을 듣고 싶다고 한두 명씩 모이기 시작했고, 수강생이 줄을 설 정도가 돼서 수원에서 강남까지 학원을 옮겼어요.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책 비교.
🎤 말로: 제가 출판한 책은 분명 망했는데, 거기서 배운 경험으로 사람들에게 도움이 되게 쓴 50쪽짜리 전자책 한 권이 많은 수익을 내줬고, 많은 사람과 연결되게 해줬어요. 전자책이 없었다면 전 월세 밀려서 망했을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속마음 질문.
🎤 말로: 그럼 여러분 이렇게 생각하실 거예요. 난 글을 써본 적도 없고 재능도 없다. 너처럼 작가가 아니다. 글쓰기가 익숙하지 않은 분들한테 글 쓰는 거 자체가 엄청난 부담인 거 제가 너무 잘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그런데 여러분 전혀 걱정하실 필요가 없는 게, AI가 있잖아요.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그때 vs 지금. [AI 초창기 결과물 캡처 있으면 왼쪽에]
🎤 말로: AI 처음 나왔을 때 저도 생각했어요. AI한테 전자책 완성해달라 하고 팔면 그만 아닌가? 그런데 그때는 AI가 그렇게 똑똑하지 않았어요. 지금은 맥락을 읽고, 프롬프트와 스킬을 어떻게 쓰냐에 따라 결과가 완전히 달라져요.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AI 써본 분들도 계시겠지만, 익숙하지 않은 분이 더 많으실 거 같아요. (채팅 1/2 받기)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다음 구간(프로그램 공개)으로.
🎤 말로: 글을 못 쓰는 분도, AI를 못 쓰는 분도 계시다는 거 너무 잘 알기 때문에, 제가 전자책을 자동으로 만들어주는 프로그램을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자체 프로그램 공개
시청자 마음: “AI를 활용해서 실제 전자책으로 완성하고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3개. 프로그램 막대만 짧고 빨강.
🎤 말로: 책을 출판한다는 건 원고 쓰는 데만 몇 개월에서 몇 년, 퇴고도 그만큼, 출판사 컨택에 홍보까지. 제가 만든 프로그램을 쓰면 AI가 제작해주고 탈고·디자인·상세페이지까지 알아서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3단계.
🎤 말로: AI 전자책은 딱 세 단계예요. 만들고, 팔고, 잘 팔기. 한번 만들어볼까요?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첫 화면.
🎤 말로: 이게 오늘 쓸 프로그램이에요. 내 책 / 새 책 만들기 / 상세페이지, 메뉴가 딱 3개예요.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4단계 + 상세페이지.
🎤 말로: 만드는 중에는 주제 정리 → 자료 조사 → 목차 → 프롤로그와 1장 → 나머지 집필 → 마무리를 알아서 해요. 창을 닫아도 계속 만들어요.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화면.
🎤 말로: 주제를 못 정했으면 관심 분야만 고르면 돼요. 외모·내면·관계·돈 같은 고민으로 좁혀서 추천해 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입력 화면. ※ 시연용으로 입력한 예시 문장이에요.
🎤 말로: 문제라고 생각하는 것 · 내가 잘 아는 것 · 힘들었던 일 · 극복한 방법 · 꼭 해야 하는 것. 비워 둔 칸은 자료 조사로 채워요.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표지 선택 화면 + 실제 결과물.
🎤 말로: 디자인 몰라도 3안 중에 고르기만 하면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팔 준비까지 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완성본 3장.
🎤 말로: 방금 만든 걸 한 화면에 모아서 보여주기.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시청자 직접 실습
시청자 마음: “나도 직접 만들어보고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 · QR.
🎤 말로: [체험 방식은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범위 리스트.
🎤 말로: 욕심내지 말고 여기까지만. 이걸로 100만원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제출 안내.
🎤 말로: 라이브 체험으로 만든 전자책 제출. 배운 내용 적용 여부로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실습 중엔 채팅 질문 읽어주면서 텐션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판매로.
🎤 말로: 팔 준비를 다 마쳤어요. 이제 이걸 사람들에게 보여줘야겠죠.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메타 광고 · 판매 구조
시청자 마음: “만든 전자책을 구매할 사람들에게 보여주고 싶다.”
※ 원고상 '어려워서 일단 패스' — 미팅에서 범위 확정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흐름.
🎤 말로: 광고를 돌려서 판매 페이지로 데려오고, 결제되면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채널 3개.
🎤 말로: 메타 광고, 인스타 스폰서 광고, 재능마켓 크몽에 올리기.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크레킷 판매 페이지 첫 화면.
🎤 말로: 첫 화면 한 줄이 클릭한 사람을 붙잡아요. ‘여자 만나고 싶지 않은 분들 페이지를 나가주세요’처럼.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모바일 판매 페이지를 6컷으로.
🎤 말로: 문제 → 원인 → 저자 → 책 → 목차 → 후기 → 구매. 이 순서를 프로그램이 상세페이지로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번째 예시.
🎤 말로: 주제는 달라도 흐름은 같아요.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소재 / 성과 나란히.
🎤 말로: 광고비 하루 2~2.5만원 수준. [실제 성과 캡처 기준]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[광고 지원을 어디까지 하는지 미팅에서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평범한 사람들의 성과
시청자 마음: “나와 비슷한 사람은 어떻게 실행했을까?”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사례 소개 틀.
🎤 말로: 사례마다 같은 순서로 말하면 비교가 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→ 옆에 실제 카톡 캡처.
🎤 말로: [시작 상황 · 주제 · 기간은 본인 확인 후 추가]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수강생 인증 카톡 5장.
🎤 말로: 한 분씩 짧게 읽어주기. ‘어제 기뻐서 편의점 파스타 먹었습니다’ 같은 말이 제일 와닿아요.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1,000만원 넘었다고 바로 캡처해서 보내주셨어요.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[시작 상황 · 주제 · 기간은 본인 확인 후 추가]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큰 숫자보다 ‘나도 할 수 있겠다’ 싶은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실제 카톡.
🎤 말로: 광고 파트(12구간)와 연결: 광고를 늘리면 바로 반응이 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영상.
🎤 말로: ※ 배우 대역 인터뷰는 쓰지 않기 (실제 수강생만).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해결한 과정 정리
시청자 마음: “이제 내가 무엇을 하면 되는지 정리하고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전자책 제작, 판매, 광고까지 세팅해보니까 너무 간단하지 않아요?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전체 흐름 다시.
🎤 말로: 프로그램 하나에서 잘 팔리는 주제 선정, 품질 높이는 리서치, 끌리는 목차, 원고까지. 문체·디자인도 고를 수 있고, 판매용 상세페이지까지 자동으로.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방금 만든 결과물과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프로그램 이용 · 수강 연결
시청자 마음: “오늘 해본 방식으로 계속 만들고 판매하고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반문.
🎤 말로: 이런 생각 드실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비교표. 오른쪽 열이 빨간 헤더.
🎤 말로: 혼자 하면 AI를 길들여야 해요. 주제, 자료조사, 필터링, 목차, 사람 냄새 나는 원고, 표지, 내지, 3D, 판매 페이지까지 다 직접 세팅. 프로그램은 이미 길들여져 있고 계속 업데이트돼요.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물론 이 프로그램은 오늘 강의를 신청하신 분들에게만 드릴 수 있어요. 나도 전자책 팔아보고 수익 내고 싶다 하시면 고민하실 필요가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
시청자 마음: “수강하면 무엇을 이용하고, 어떤 순서로 실행할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4주 표.
🎤 말로: [미팅에서 최종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혜택 카드 4개.
🎤 말로: [ ] 미팅 후 채우기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가격표.
🎤 말로: [할부 · 결제 방식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우수작 · 100만원 발표 · 마무리
시청자 마음: “오늘 배운 내용을 잘 적용한 결과물을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우수작.
🎤 말로: 선정 이유 설명: 고객 · 문제 · 배운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발표.
🎤 말로: 초반 약속 지키기.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마무리 한 줄.
🎤 말로: 스토리 회수: 파는 법을 몰라 망했던 사람 → 지금. 수강 신청 안내로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image" Target="../media/image-4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image" Target="../media/image-4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4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image" Target="../media/image-47-2.jpg"/><Relationship Id="rId3" Type="http://schemas.openxmlformats.org/officeDocument/2006/relationships/image" Target="../media/image-47-3.jpg"/><Relationship Id="rId4" Type="http://schemas.openxmlformats.org/officeDocument/2006/relationships/image" Target="../media/image-4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7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image" Target="../media/image-9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image" Target="../media/image-10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image" Target="../media/image-104-2.jpg"/><Relationship Id="rId3" Type="http://schemas.openxmlformats.org/officeDocument/2006/relationships/image" Target="../media/image-10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image" Target="../media/image-105-2.jpg"/><Relationship Id="rId3" Type="http://schemas.openxmlformats.org/officeDocument/2006/relationships/image" Target="../media/image-105-3.jpg"/><Relationship Id="rId4" Type="http://schemas.openxmlformats.org/officeDocument/2006/relationships/image" Target="../media/image-10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image" Target="../media/image-106-2.jpg"/><Relationship Id="rId3" Type="http://schemas.openxmlformats.org/officeDocument/2006/relationships/image" Target="../media/image-10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image" Target="../media/image-108-2.jpg"/><Relationship Id="rId3" Type="http://schemas.openxmlformats.org/officeDocument/2006/relationships/image" Target="../media/image-108-3.jpg"/><Relationship Id="rId4" Type="http://schemas.openxmlformats.org/officeDocument/2006/relationships/image" Target="../media/image-10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image" Target="../media/image-118-2.jpg"/><Relationship Id="rId3" Type="http://schemas.openxmlformats.org/officeDocument/2006/relationships/image" Target="../media/image-11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image" Target="../media/image-1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image" Target="../media/image-1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image" Target="../media/image-126-2.jpg"/><Relationship Id="rId3" Type="http://schemas.openxmlformats.org/officeDocument/2006/relationships/image" Target="../media/image-126-3.jpg"/><Relationship Id="rId4" Type="http://schemas.openxmlformats.org/officeDocument/2006/relationships/image" Target="../media/image-126-4.jpg"/><Relationship Id="rId5" Type="http://schemas.openxmlformats.org/officeDocument/2006/relationships/image" Target="../media/image-126-5.jpg"/><Relationship Id="rId6" Type="http://schemas.openxmlformats.org/officeDocument/2006/relationships/image" Target="../media/image-12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오프닝 · 첫 100만원 발표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“단톡방 이벤트 당첨자를 확인하고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만들어서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월급 하나 더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강의 제목 — 회사 확정본으로 교체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안녕하세요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강작가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한 줄 프로필: 출간 작가 · 전자책 누적 매출 · 수강생 성과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채팅창에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하고 계신 일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수원 · 직장인 / 부산 · 육아 중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번째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당첨자 발표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단톡방에서 약속드렸던 이벤트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축하드립니다!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당첨자 닉네임 · 당첨 사유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추가 100만원 이벤트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이번에는 참여하고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끝까지 계신 분 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1명에게 또 100만원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참여 방법은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3단계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듣기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프로그램으로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만들기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제출하면 끝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기준으로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뽑아요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누구인지 선명한가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고객의 문제를 정확히 짚었나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순서대로 만들었나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부수입에 대한 공감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“본업을 하면서 돈을 더 벌고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여러분, </a:t>
            </a:r>
            <a:pPr algn="ctr" indent="0" marL="0">
              <a:buNone/>
            </a:pPr>
            <a:r>
              <a:rPr lang="en-US" sz="5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좋아하세요?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채팅으로 골라주세요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좋아요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(돈미새입니다)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싫어요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알려드릴게요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싶어서 오신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돈을 버는 방법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노동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일하면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일한 8시간 → 월급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7578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0293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3008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5723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8438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911535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멈추면, 돈도 멈춰요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고생한 만큼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보상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받고 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공부한 시간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 6년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 3년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3년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4년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= 16년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그렇게 들어간 직장, 버는 건 다 비슷하죠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만약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시간에 묶이지 않는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아이템이 있다면요?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이럴 때도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돈을 벌어다줘요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일할 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 하는 동안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쉴 때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한잔하는 동안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잘 때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바로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다른 부업 비교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상황에서 시작하기 좋은 부업은 뭘까?”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하필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좋은 부업이에요. 그런데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새 영상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촬영·편집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게시물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소통·댓글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공부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커머스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재고·포장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배송·CS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부업을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하죠?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벌려고 하는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퇴근하고 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풀타임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이라면?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부업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03074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50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11943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37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20811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87524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그건 부업이 아니라 </a:t>
            </a:r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연장근무</a:t>
            </a:r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예요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에너지가 드는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방식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달라요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 · 쇼츠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새로 만들어야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멈추면 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세팅해두면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손댈 일이 거의 없음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부업 소개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“재고와 배송 부담 없이 반복 판매할 상품이 필요하다.”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사람이 아니라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돈을 벌어다줘요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서점에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있다면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내 책을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집어 들고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나는?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하고 있음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종이책은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과정이 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56336" y="2148840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6336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3496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47776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188056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572104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9264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63544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 컨택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03824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287872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5032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79312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유통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19592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003640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080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95080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 진열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6336" y="373075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· 시간 · 사람이 다 필요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14220" y="3977640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1422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513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305660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45940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4929988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67148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1428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판매처에 업로드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61708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7645756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37196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결제되면 파일 전달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2214220" y="5559552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하나로 끝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한 권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이면 끝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종이책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인세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, 얼마인지 아세요?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097280" y="187452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097280" y="187452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583680" y="23774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팔리면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 몫은 </a:t>
            </a:r>
            <a:pPr algn="l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사람이 정해요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시간도 벌고, 돈도 벌고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진짜 개쩔지 않나요?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상품 · 매출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“실제로 어떤 전자책이 얼마나 팔리는지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말로만 하면 안 믿으시죠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판매 내역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보여드릴게요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15:13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11:15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987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9:19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4123944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27939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9872" y="4233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10/11 오후 3:13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581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+ 워크북 ₩50,000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5111496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52669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5221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10/9 오후 5:56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5568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+ 멘트집 ₩50,000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일하다 잠깐 쉬면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구매 알림</a:t>
            </a:r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떠 있어요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저도 본업이 있는 사람이에요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메일함에 매일 오는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알림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80160" y="1965960"/>
            <a:ext cx="9631375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965960"/>
            <a:ext cx="365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받은편지함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2397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397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97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539935" y="2397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2829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829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829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539935" y="2829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80160" y="3261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3261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261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539935" y="3261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36931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36931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6931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39935" y="36931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80160" y="41249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54480" y="41249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41249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39935" y="41249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80160" y="4556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54480" y="4556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4556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539935" y="4556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280160" y="4988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54480" y="4988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4988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539935" y="4988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280160" y="5420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554480" y="5420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474720" y="5420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539935" y="5420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Gmail 판매 알림 제목 그대로 (최근 8건). 라이브 때는 메일함 화면을 직접 띄워도 좋아요.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대시보드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열어볼게요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₩15,791,000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SALES 10,000,000 달성 배지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₩13,432,356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통장에 들어온 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296건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 ~ 10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 · 전자책 + 온라인 강의 수강권 포함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대시보드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화면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3244462"/>
            <a:ext cx="10436047" cy="10091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cap_tot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81038"/>
            <a:ext cx="10362895" cy="9360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딜 목록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책마다 얼마 팔렸나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2489801"/>
            <a:ext cx="10436047" cy="251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cap_deal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26377"/>
            <a:ext cx="10362895" cy="244532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 · 리치코드 9,921,000원은 함께 사는 워크북 포함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매출표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2756663"/>
            <a:ext cx="10436047" cy="198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cap_month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93239"/>
            <a:ext cx="10362895" cy="19116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주문 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2756663"/>
            <a:ext cx="10436047" cy="198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cap_orde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93239"/>
            <a:ext cx="10362895" cy="19116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판매, 6개월 동안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전자책 매출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₩10,741,000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2026.4.10 ~ 10.12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292건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평균 약 1.6건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1건당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약 ₩36,800</a:t>
            </a:r>
            <a:endParaRPr lang="en-US" sz="350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본책 + 함께 사는 상품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 · 온라인 강의 수강권 매출(₩5,050,000)은 빼고 전자책만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꾸준히 들어와요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전자책 매출 (단위: 만원)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240280"/>
          <a:ext cx="1036289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보면</a:t>
            </a:r>
            <a:endParaRPr lang="en-US" sz="3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1828800"/>
                <a:gridCol w="2041855"/>
              </a:tblGrid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리치코드 [현실창조와 끌어당김의 법칙]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263건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9,723,000원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워크북 [썩은 시체 걷어내기]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여자가 빠져들수밖에 없는 매력적인 남자의 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32,000→49,000원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612,000원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실전 멘트집 100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존중받는 부모의 감정대화법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실제로 팔고 있는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여자가 빠져들수밖에 없는 매력적인 남자의 대화법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deal_tal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16149"/>
            <a:ext cx="3271418" cy="21973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[현실창조와 끌어당김의 법칙]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deal_ric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3016149"/>
            <a:ext cx="3271418" cy="21973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존중받는 부모의 감정대화법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deal_paren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3016149"/>
            <a:ext cx="3271418" cy="21973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같이 사는 상품,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10명 중 4명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같이 사요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→ 워크북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41.9%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워크북을 붙인 9/3 이후 43건 중 18건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→ 실전 멘트집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40.0%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멘트집을 붙인 10/2 이후 15건 중 6건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본업 하면서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6개월 1,579만원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 1,343만원 · 크레킷 대시보드 기준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5건 중 1건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 제가 자는 동안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 12시 ~ 아침 7시 주문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61건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292건 중 20.9%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10월 11일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새벽 1:39 · 4:59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고객이 구매하는 이유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“사람들이 돈을 내고 사는 내용은 무엇일까?”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살까요?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미쳐있다!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 ○○, 채팅으로 맞혀보세요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더 나아지고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싶어요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1735074" cy="113157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82880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169164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69164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행복해지고 싶다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82880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 높이고 싶다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418320" y="2103120"/>
            <a:ext cx="1735074" cy="113157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8320" y="210312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연애 잘하고 싶다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0" y="361188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361188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잘하고 싶다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338328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38328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예뻐지고 싶다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55280" y="3749040"/>
            <a:ext cx="1735074" cy="113157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74904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잘생겨지고 싶다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80060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 빼고 싶다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966960" y="438912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66960" y="438912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인정받고 싶다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욕구가 풀린다고 확실하면, </a:t>
            </a:r>
            <a:pPr algn="ctr" indent="0" marL="0">
              <a:buNone/>
            </a:pPr>
            <a:r>
              <a:rPr lang="en-US" sz="22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얼마든 돈을 써요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산 사람들은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말해요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책을 읽으면서 위로되는 심정이었습니다.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지금까지 내가 그렇게 잘못한 건 아니었구나 싶었어요.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앞으로 아이를 위해 뭘 해야 할지 훨씬 더 명확해졌습니다.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존중받는 부모의 감정대화법 구매 후기 (크레킷, 2026.09.14)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유튜브에 다 있는데도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개인적으로 이런 류의 책을 잘 안 사요.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…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재밌고 쉽게 잘 읽힘. 빨리 적용하고 싶단 생각이 듬.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리치코드 전자책 구매 후기 (크레킷, 2026.07.25)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양쪽 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 있는 사람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돈을 번다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 찾기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“그럼 나는 어떤 내용으로 만들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누구의 고민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풀어줄까?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고민이 있는 사람에게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전자책을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자존감이 낮아서 고민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2402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58368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자존감을 높이는 나만의 방법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해도 자꾸 요요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2118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58368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요요 없는 다이어트 방법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“반찬 어떻게 이렇게 맛있게 해?”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1833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658368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가족에게 사랑받는 반찬 레시피 50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대하는 게 어려움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51549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658368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처세술 · 대화법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나와요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문제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욕구나 문제가 있는 사람을 돕고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대가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받는 거예요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채팅에 적어보세요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내가 자주 듣는 칭찬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여러분 전자책 주제가 될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작가의 과거 경험 · AI 전환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“주제는 정했는데, 책 한 권을 어떻게 쓰지?”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책을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수 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말 속에는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가지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숨어 있어요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책만 산다”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“나는 책을 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자신이 없다”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 누구 말을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들을까요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의사 선생님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“적게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“운동하세요”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“따뜻한 물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안 지킴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비슷했던 친구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 이렇게 해서 뺐어”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바로 따라 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는 이렇게 생겨요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어려움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그걸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극복한 이야기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여러분의 인생이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누군가에게 도움이 된다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용기가 바로 권위예요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자신이 없다면?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도와드릴게요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인생 그래프예요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463040"/>
          <a:ext cx="107286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연극영화과를 나왔고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배우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꿈이었어요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4수 끝에 29살에 졸업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무명 10년을 버티면 뜬다고 하면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버틸 수 있을까?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집에 돌아가 보니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 집은 가난하구나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09:41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[일일 책쓰기 특강] 누구나 책을 쓸 수 있습니다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어느 날 받은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통의 이메일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책쓰기 특강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“누구나 책을 쓸 수 있다”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줄기 빛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같았어요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1,100만원은요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 300~400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224528"/>
            <a:ext cx="327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제가 가진 전부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아버지께 빌린 700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460138" y="4224528"/>
            <a:ext cx="65428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마트 배달일 하시던 아버지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3개월 동안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썼어요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쓰고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지우고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완성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책 출간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저의 첫 책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첫 책 표지 · 출간 당시 사진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망했습니다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ㅎㅎ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몰랐어요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2688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7479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2270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7061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1852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6643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34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6225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1016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07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0598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85389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180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4971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9762" y="1724558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4554" y="1773936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9345" y="1823314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4136" y="1708099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8927" y="1757477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3718" y="1806854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8509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300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8091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42882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673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52464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57255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62046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6837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71628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76419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81210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86001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90792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2350008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37479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2270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47061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51852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56643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61434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66225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71016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75807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80598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85389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180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94971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99762" y="2543861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04554" y="2593238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09345" y="2642616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14136" y="2527402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18927" y="2576779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23718" y="2626157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28509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33300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38091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42882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47673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52464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57255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62046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66837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771628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76419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81210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86001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90792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4400" y="3136392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2688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37479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42270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47061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51852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56643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61434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066225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71016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75807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980598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285389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90180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4971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199762" y="3363163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504554" y="3412541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09345" y="3297326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14136" y="3346704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18927" y="3396082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23718" y="3280867"/>
            <a:ext cx="268215" cy="641909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28509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300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38091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942882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47673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52464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857255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62046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66837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71628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6419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81210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686001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990792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4400" y="3922776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32688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37479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42270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47061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51852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56643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61434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66225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71016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75807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80598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85389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90180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94971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99762" y="4182466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04554" y="4067251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09345" y="4116629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14136" y="4166006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18927" y="4215384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23718" y="4100170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28509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33300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638091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942882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47673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52464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57255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162046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466837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771628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076419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81210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686001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990792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14400" y="4709160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237479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542270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847061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151852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56643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61434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066225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371016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675807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980598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85389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90180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894971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199762" y="5001768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504554" y="4886554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09345" y="4935931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14136" y="4985309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18927" y="4870094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23718" y="4919472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028509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333300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638091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42882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247673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52464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857255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162046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466837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771628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076419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381210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686001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990792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4400" y="5495544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914400" y="5623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서점에 수만 권. 누가 알고 제 책을 사겠어요</a:t>
            </a:r>
            <a:endParaRPr lang="en-US" sz="1800" dirty="0"/>
          </a:p>
        </p:txBody>
      </p:sp>
      <p:sp>
        <p:nvSpPr>
          <p:cNvPr id="182" name="Text 18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3" name="Text 18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모르면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책도 망해요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강의의 핵심이에요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그래서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시작했어요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올리면 책도 사주겠지?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알게 된 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있어요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소심한 성격 고민 댓글들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사람들만을 위한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50쪽짜리 전자책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2,600만원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크몽 출금 완료 수익금 26,867,042원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수익관리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화면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2770383"/>
            <a:ext cx="10436047" cy="195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kmo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06959"/>
            <a:ext cx="10362895" cy="188416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크몽 전문가 수익관리 (출금 완료 수익금) · 계좌 정보는 가림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책이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학원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 살렸어요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내기 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94560"/>
            <a:ext cx="771114" cy="653796"/>
          </a:xfrm>
          <a:prstGeom prst="roundRect">
            <a:avLst>
              <a:gd name="adj" fmla="val 559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8714" y="2194560"/>
            <a:ext cx="684858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3~4명 · 월세도 겨우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이후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3383280"/>
            <a:ext cx="7711135" cy="653796"/>
          </a:xfrm>
          <a:prstGeom prst="roundRect">
            <a:avLst>
              <a:gd name="adj" fmla="val 55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3383280"/>
            <a:ext cx="734537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줄 섬 → 수원에서 강남으로 이전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출판한 종이책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들여서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매달려서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망함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 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되게 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2,600만원 + 학원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“저는 책을 써본 적도 없고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 재능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 없는데요?”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걱정 마세요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있잖아요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AI,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처음 나왔을 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“전자책 써줘”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어색하고 뻔한 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그대로는 못 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스킬에 따라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완전히 달라짐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잘 쓰시는 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쓴다 1 / 아직 어렵다 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글을 못 써도, AI를 못 써도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되게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전자책을 자동으로 만들어주는 프로그램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자체 프로그램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“AI를 활용해서 실제 전자책으로 완성하고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걸리는 시간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프로그램 소요 시간은 실제 시연 기준으로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560320"/>
            <a:ext cx="7711135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560320"/>
            <a:ext cx="7345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 + 퇴고 + 출판사 + 홍보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AI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3657600"/>
            <a:ext cx="2570378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27978" y="3657600"/>
            <a:ext cx="504931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공부 · 시행착오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7548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프로그램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74720" y="4754880"/>
            <a:ext cx="642595" cy="603504"/>
          </a:xfrm>
          <a:prstGeom prst="roundRect">
            <a:avLst>
              <a:gd name="adj" fmla="val 606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00195" y="4754880"/>
            <a:ext cx="69771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○시간 ]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전자책은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책 제작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판매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잘 팔기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스튜디오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“주제만 정하면 첫 책이 나와요”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52648" y="2203704"/>
            <a:ext cx="54864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tudio_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224" y="2240280"/>
            <a:ext cx="5413248" cy="3383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ebook-studio.preview.webdot.co.kr (미리보기 버전 화면)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안에서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원료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(내 경험)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(약 40분)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완성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①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정했으면 한 줄, 못 정했으면 추천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주제를 정했어요 / 추천받을래요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99388" y="2249424"/>
            <a:ext cx="413715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tudio_n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964" y="2286000"/>
            <a:ext cx="4064000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 분야 · 311개 잘 팔리는 주제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73508" y="2249424"/>
            <a:ext cx="3300446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studio_ca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084" y="2286000"/>
            <a:ext cx="3227294" cy="3657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원료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내 경험만 적으면 돼요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주제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tudio_topi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42662"/>
            <a:ext cx="3271418" cy="294427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 이름 + 경험 5칸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studio_setu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2479091"/>
            <a:ext cx="3271418" cy="32714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 (약 40분)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studio_progres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2642662"/>
            <a:ext cx="3271418" cy="29442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디자인한다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표지 3안 · 3D 목업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 중 고르기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570309"/>
            <a:ext cx="5163160" cy="308898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gen_cov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885"/>
            <a:ext cx="5090008" cy="30158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+ 3D 목업 결과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42152" y="2381025"/>
            <a:ext cx="5163160" cy="34675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cover_se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417601"/>
            <a:ext cx="5090008" cy="33943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③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상세페이지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판매 페이지 자동 생성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완성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돼요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· 3D 목업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mock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79091"/>
            <a:ext cx="3271418" cy="32714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931183"/>
            <a:ext cx="3344570" cy="2367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gen_bod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2967759"/>
            <a:ext cx="3271418" cy="22940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359816"/>
            <a:ext cx="3344570" cy="350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page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2396392"/>
            <a:ext cx="3271418" cy="34368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시청자 직접 실습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직접 만들어보고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체험 링크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열어드릴게요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체험 링크 · QR · 이용 시간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만들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범위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주제 1개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1개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첫 부분 + 표지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하면 100만원 심사 시작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제출할 것: [ 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제출처: [ 링크 ]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마감: [ 시간 ]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기준: 고객 · 문제 · 배운 순서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막히면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스태프가 바로 도와드려요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 준비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다 끝났어요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사람들에게 보여줄 차례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 · 판매 구조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“만든 전자책을 구매할 사람들에게 보여주고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 책이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페이지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자동 전달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어디에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보여줄까?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페이스북 · 인스타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 스폰서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홍보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재능마켓 등록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광고를 누르면 보는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crk_talk_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05406"/>
            <a:ext cx="5090008" cy="34187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42152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crk_rich_her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405406"/>
            <a:ext cx="5090008" cy="34187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strip_tal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페이지를 위에서 아래로 (모바일 화면) — 문제 공감 → 진단 체크 → 왜 안 됐나 → 저자 이야기 → 책 소개 → 목차 → 후기 → 구매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리치코드 판매 페이지도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같은 순서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strip_ri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 (모바일 화면) — 7년 전 이야기 → 인생 뒤엎은 썰 → 왜 안 풀리나 → 목차 → 후기 → 자주 묻는 질문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돌린 광고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소재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메타 광고 소재 캡처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55868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성과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6255868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38748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노출 · 클릭 · 구매 · 광고비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세팅은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+ 수업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에서 같이 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회사 지원 범위 확정 후 문구 수정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평범한 사람들의 성과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“나와 비슷한 사람은 어떻게 실행했을까?”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사례는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상황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과정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2,760만원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₩27,606,300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SALES 1,000만원 배지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₩22,869,820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613건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인증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카톡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A님 2,760만원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3140007"/>
            <a:ext cx="1889699" cy="194958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tu_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76583"/>
            <a:ext cx="1816547" cy="187643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005267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B님 1,002만원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968691" y="3429694"/>
            <a:ext cx="1889699" cy="137021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stu_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267" y="3466270"/>
            <a:ext cx="1816547" cy="12970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87574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C님 190만원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150998" y="3174941"/>
            <a:ext cx="1889699" cy="187971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stu_b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574" y="3211517"/>
            <a:ext cx="1816547" cy="18065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69881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D님 하루 5건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333305" y="3117550"/>
            <a:ext cx="1889699" cy="199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img/stu_c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881" y="3154126"/>
            <a:ext cx="1816547" cy="19213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552188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E님 275만원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9515612" y="3212370"/>
            <a:ext cx="1889699" cy="180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img/stu_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2188" y="3248946"/>
            <a:ext cx="1816547" cy="173170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1,002만원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₩10,020,500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1,000만원 돌파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₩7,774,359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294건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E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275만원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₩2,752,000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₩2,156,672</a:t>
            </a:r>
            <a:endParaRPr lang="en-US" sz="31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88건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“쌤 말씀대로 해서 총 190 벌었네요”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판매액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₩1,914,000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판매액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₩816,000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지난달 수익 출금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₩590,767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출금하니 바로 입금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수익금 출금 화면 + 입금 알림 (카톡)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129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“광고비 증액하고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하루 만에 5건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팔았습니다”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“어제 기뻐서 편의점 파스타 먹었습니다” — 수강생 D님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인터뷰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실제 수강생 인터뷰 영상 — 있으면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131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해결한 과정 정리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“이제 내가 무엇을 하면 되는지 정리하고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132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어떤가요?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생각보다 간단하지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않아요?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133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한 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화면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팔리는 주제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목차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여러분은 오늘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권의 시작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 · 수강 연결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해본 방식으로 계속 만들고 판매하고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136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“혼자서도 AI로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충분히 만들 수 있지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않나요?”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137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혼자 AI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AI 전자책 프로그램</a:t>
            </a:r>
            <a:endParaRPr lang="en-US" sz="3000" dirty="0"/>
          </a:p>
        </p:txBody>
      </p:sp>
      <p:graphicFrame>
        <p:nvGraphicFramePr>
          <p:cNvPr id="1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2956255"/>
              </a:tblGrid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해야 할 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혼자 AI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길들이기 (프롬프트 · 스킬)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완료 · 계속 업데이트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팔리는 주제 · 자료 조사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끌리는 목차 · 사람 냄새 나는 원고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표지 · 내지 · 3D 이미지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비싼 요금제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확인 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138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체험은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라이브 중에만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열려요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프로그램은 수강생만 쓸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139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커리큘럼 · 혜택 · 가격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“수강하면 무엇을 이용하고, 어떤 순서로 실행할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140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커리큘럼 [초안]</a:t>
            </a:r>
            <a:endParaRPr lang="en-US" sz="3000" dirty="0"/>
          </a:p>
        </p:txBody>
      </p:sp>
      <p:graphicFrame>
        <p:nvGraphicFramePr>
          <p:cNvPr id="1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  <a:gridCol w="304769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끝나면 남는 것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마인드셋 · 팔리는 주제 찾기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주제 · 제목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 가입 · 프로그램으로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 등록 · 메타 광고 세팅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시작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성과 읽기 · 다음 책 무한 루프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다음 책 계획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141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혜택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[미팅 확정]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크레딧 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지원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범위 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횟수 · 방식 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커뮤니티 · 자료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]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</a:t>
            </a:r>
            <a:endParaRPr lang="en-US" sz="3000" dirty="0"/>
          </a:p>
        </p:txBody>
      </p:sp>
      <p:graphicFrame>
        <p:nvGraphicFramePr>
          <p:cNvPr id="1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18310"/>
                <a:gridCol w="632746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143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신청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방법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신청 링크 · QR · 마감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144</a:t>
            </a:r>
            <a:endParaRPr lang="en-US" sz="9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 · 100만원 발표 · 마무리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배운 내용을 잘 적용한 결과물을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</a:t>
            </a:r>
            <a:endParaRPr lang="en-US" sz="9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제출작 화면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146</a:t>
            </a:r>
            <a:endParaRPr lang="en-US" sz="9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주인공은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147</a:t>
            </a:r>
            <a:endParaRPr lang="en-US" sz="9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망했던 제가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 다시 일어났어요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차례예요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</a:t>
            </a:r>
            <a:endParaRPr lang="en-US" sz="9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 · [ 회사명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149</Slides>
  <Notes>149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149</vt:i4>
      </vt:variant>
    </vt:vector>
  </HeadingPairs>
  <TitlesOfParts>
    <vt:vector size="1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</dc:title>
  <dc:subject>PptxGenJS Presentation</dc:subject>
  <dc:creator>병조쌤</dc:creator>
  <cp:lastModifiedBy>병조쌤</cp:lastModifiedBy>
  <cp:revision>1</cp:revision>
  <dcterms:created xsi:type="dcterms:W3CDTF">2026-10-13T01:07:17Z</dcterms:created>
  <dcterms:modified xsi:type="dcterms:W3CDTF">2026-10-13T01:07:17Z</dcterms:modified>
</cp:coreProperties>
</file>