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2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notesMasterIdLst>
    <p:notesMasterId r:id="rId1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6441275d-ec72-355a-6981-88b123f35e56}">
          <p14:sldIdLst>
            <p14:sldId id="256"/>
            <p14:sldId id="257"/>
            <p14:sldId id="258"/>
            <p14:sldId id="259"/>
            <p14:sldId id="260"/>
          </p14:sldIdLst>
        </p14:section>
        <p14:section name="2. 추가 100만원 이벤트" id="{2ede4fce-c94d-ba5c-dab1-6a882c52574b}">
          <p14:sldIdLst>
            <p14:sldId id="261"/>
            <p14:sldId id="262"/>
            <p14:sldId id="263"/>
            <p14:sldId id="264"/>
          </p14:sldIdLst>
        </p14:section>
        <p14:section name="3. 부수입에 대한 공감" id="{4f85f864-9ed9-5dc0-f219-45c0e5bfb3b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4. 다른 부업 비교" id="{23d059d3-5fd6-c163-eb7a-82d20ac094db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 전자책 부업 소개" id="{71a79429-51f8-1b34-59d9-7ca5e249f282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6. 실제 상품 · 매출 공개" id="{e5001b24-acf7-5bff-a62c-902f9635bb80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7. 고객이 구매하는 이유" id="{08242466-83f1-c7e6-c1b2-59b8febeacb0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8. 팔리는 주제 찾기" id="{0bad1efe-4ce1-23c1-3807-4d86ee5358d1}">
          <p14:sldIdLst>
            <p14:sldId id="302"/>
            <p14:sldId id="303"/>
            <p14:sldId id="304"/>
            <p14:sldId id="305"/>
            <p14:sldId id="306"/>
          </p14:sldIdLst>
        </p14:section>
        <p14:section name="9. 작가의 과거 경험 · AI 전환" id="{7a173a1d-2465-aa54-02f6-f481deb76ece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10. 자체 프로그램 공개" id="{6a169dea-2e9d-86e6-baff-24347d8acfdd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11. 시청자 직접 실습" id="{24a582dd-1160-ffc7-3424-bf247ce84031}">
          <p14:sldIdLst>
            <p14:sldId id="349"/>
            <p14:sldId id="350"/>
            <p14:sldId id="351"/>
            <p14:sldId id="352"/>
            <p14:sldId id="353"/>
            <p14:sldId id="354"/>
          </p14:sldIdLst>
        </p14:section>
        <p14:section name="12. 메타 광고 · 판매 구조" id="{cf8c06b6-a305-ba8f-95e1-fd789cbd3c20}">
          <p14:sldIdLst>
            <p14:sldId id="355"/>
            <p14:sldId id="356"/>
            <p14:sldId id="357"/>
            <p14:sldId id="358"/>
            <p14:sldId id="359"/>
          </p14:sldIdLst>
        </p14:section>
        <p14:section name="13. 평범한 사람들의 성과" id="{eaa088f6-01a6-6918-318c-534a350fe777}">
          <p14:sldIdLst>
            <p14:sldId id="360"/>
            <p14:sldId id="361"/>
            <p14:sldId id="362"/>
            <p14:sldId id="363"/>
            <p14:sldId id="364"/>
          </p14:sldIdLst>
        </p14:section>
        <p14:section name="14. 오늘 해결한 과정 정리" id="{e84e2af9-12ac-f2d0-40d7-86b37219e67d}">
          <p14:sldIdLst>
            <p14:sldId id="365"/>
            <p14:sldId id="366"/>
            <p14:sldId id="367"/>
            <p14:sldId id="368"/>
          </p14:sldIdLst>
        </p14:section>
        <p14:section name="15. 프로그램 이용 · 수강 연결" id="{3c918c28-a67e-f57f-2aab-bb972708f10c}">
          <p14:sldIdLst>
            <p14:sldId id="369"/>
            <p14:sldId id="370"/>
            <p14:sldId id="371"/>
            <p14:sldId id="372"/>
          </p14:sldIdLst>
        </p14:section>
        <p14:section name="16. 커리큘럼 · 혜택 · 가격" id="{a476cdbf-9eb7-adc9-f08c-9d3b6d9a9346}">
          <p14:sldIdLst>
            <p14:sldId id="373"/>
            <p14:sldId id="374"/>
            <p14:sldId id="375"/>
            <p14:sldId id="376"/>
            <p14:sldId id="377"/>
          </p14:sldIdLst>
        </p14:section>
        <p14:section name="17. 우수작 · 100만원 발표 · 마무리" id="{a8ea02a7-1e46-f01e-61a9-bbafa32c7bd0}">
          <p14:sldIdLst>
            <p14:sldId id="378"/>
            <p14:sldId id="379"/>
            <p14:sldId id="380"/>
            <p14:sldId id="381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DC2626"/>
            </a:solidFill>
            <a:ln w="508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휴대폰 알림 목업 → 실제 알림 캡처로 교체.
🎤 말로: 여러분 저도 본업이 있는 사람이거든요. 일하다가 잠깐 쉴 거 아니에요. 그럼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/ 크레킷 나란히.
🎤 말로: 크몽에서 팔던 때랑 지금 크레킷에서 파는 게 어떻게 다른지 짧게. [금액은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표. 빈칸은 실제 숫자로.
🎤 말로: 책마다 가격·판매처·매출 짚어주기. 범프(함께 사는 상품) 70% 같은 숫자도 여기서.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+ 증빙 캡처 다음 장.
🎤 말로: 본업 병행하면서 낸 매출 사례. [기간·금액 증빙 기준으로]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새벽 시간 알림.
🎤 말로: 돈 벌고 있는 시간에 책이 돈을 벌어다줘요. 정말 미치지 않았나요? (출판 작가 이력은 뒤에서)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6단계 흐름 (시연 순서와 같게).
🎤 말로: [회사 프로그램 실제 메뉴 이름으로 교체]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시연하면서 '여기 입력만 하면 돼요'를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디자인 몰라도 고르기만 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결과물 3개 나란히.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14:32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플랫폼별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 내역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시절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크몽 판매 내역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크레킷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크레킷 판매 내역 캡처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 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1]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크몽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2]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크몽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3]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2.9만원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[1,000]만원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본업 병행 매출 증빙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02:14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41732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0195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 · 새벽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0195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 · 새벽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 버는 시간에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책도 돈을 벌어요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정말 미치지 않았나요?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내역 증빙 캡처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만든다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주제 입력 → 원고 생성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표지 · 내지 · 3D 목업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완성 표지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본문 몇 쪽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페이지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300만원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500만원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강사 활동명 ]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2026-10-12T23:57:34Z</dcterms:created>
  <dcterms:modified xsi:type="dcterms:W3CDTF">2026-10-12T23:57:34Z</dcterms:modified>
</cp:coreProperties>
</file>